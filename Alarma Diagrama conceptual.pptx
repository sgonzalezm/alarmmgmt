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7236-0A77-4F5F-8891-E72726C50FC1}" type="datetimeFigureOut">
              <a:rPr lang="es-MX" smtClean="0"/>
              <a:t>09/01/2026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D05C3-5E8E-401E-9545-142974150A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3874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7236-0A77-4F5F-8891-E72726C50FC1}" type="datetimeFigureOut">
              <a:rPr lang="es-MX" smtClean="0"/>
              <a:t>09/01/2026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D05C3-5E8E-401E-9545-142974150A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0053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7236-0A77-4F5F-8891-E72726C50FC1}" type="datetimeFigureOut">
              <a:rPr lang="es-MX" smtClean="0"/>
              <a:t>09/01/2026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D05C3-5E8E-401E-9545-142974150A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9936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7236-0A77-4F5F-8891-E72726C50FC1}" type="datetimeFigureOut">
              <a:rPr lang="es-MX" smtClean="0"/>
              <a:t>09/01/2026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D05C3-5E8E-401E-9545-142974150A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166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7236-0A77-4F5F-8891-E72726C50FC1}" type="datetimeFigureOut">
              <a:rPr lang="es-MX" smtClean="0"/>
              <a:t>09/01/2026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D05C3-5E8E-401E-9545-142974150A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1129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7236-0A77-4F5F-8891-E72726C50FC1}" type="datetimeFigureOut">
              <a:rPr lang="es-MX" smtClean="0"/>
              <a:t>09/01/2026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D05C3-5E8E-401E-9545-142974150A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5221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7236-0A77-4F5F-8891-E72726C50FC1}" type="datetimeFigureOut">
              <a:rPr lang="es-MX" smtClean="0"/>
              <a:t>09/01/2026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D05C3-5E8E-401E-9545-142974150A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0455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7236-0A77-4F5F-8891-E72726C50FC1}" type="datetimeFigureOut">
              <a:rPr lang="es-MX" smtClean="0"/>
              <a:t>09/01/2026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D05C3-5E8E-401E-9545-142974150A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5581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7236-0A77-4F5F-8891-E72726C50FC1}" type="datetimeFigureOut">
              <a:rPr lang="es-MX" smtClean="0"/>
              <a:t>09/01/2026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D05C3-5E8E-401E-9545-142974150A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843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7236-0A77-4F5F-8891-E72726C50FC1}" type="datetimeFigureOut">
              <a:rPr lang="es-MX" smtClean="0"/>
              <a:t>09/01/2026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D05C3-5E8E-401E-9545-142974150A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119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7236-0A77-4F5F-8891-E72726C50FC1}" type="datetimeFigureOut">
              <a:rPr lang="es-MX" smtClean="0"/>
              <a:t>09/01/2026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D05C3-5E8E-401E-9545-142974150A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0432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27236-0A77-4F5F-8891-E72726C50FC1}" type="datetimeFigureOut">
              <a:rPr lang="es-MX" smtClean="0"/>
              <a:t>09/01/2026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D05C3-5E8E-401E-9545-142974150A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97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805A93C-1F0C-7A06-071F-8BAC24AE8923}"/>
              </a:ext>
            </a:extLst>
          </p:cNvPr>
          <p:cNvSpPr/>
          <p:nvPr/>
        </p:nvSpPr>
        <p:spPr>
          <a:xfrm>
            <a:off x="2354750" y="3591560"/>
            <a:ext cx="3464823" cy="7609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MX" dirty="0" err="1"/>
              <a:t>Database</a:t>
            </a:r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CA7B58B-EDF9-3F5A-01B4-25798F36AC5B}"/>
              </a:ext>
            </a:extLst>
          </p:cNvPr>
          <p:cNvSpPr/>
          <p:nvPr/>
        </p:nvSpPr>
        <p:spPr>
          <a:xfrm>
            <a:off x="5878238" y="3591560"/>
            <a:ext cx="4529328" cy="7609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MX" dirty="0"/>
              <a:t>Core </a:t>
            </a:r>
            <a:r>
              <a:rPr lang="es-MX" dirty="0" err="1"/>
              <a:t>Engine</a:t>
            </a:r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6B1025A-5CDD-C34A-A39D-7B080F1E3501}"/>
              </a:ext>
            </a:extLst>
          </p:cNvPr>
          <p:cNvSpPr/>
          <p:nvPr/>
        </p:nvSpPr>
        <p:spPr>
          <a:xfrm>
            <a:off x="7337777" y="3999484"/>
            <a:ext cx="469113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Log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FC1E960-27C1-09A3-CB62-5AFFC4241AF4}"/>
              </a:ext>
            </a:extLst>
          </p:cNvPr>
          <p:cNvSpPr/>
          <p:nvPr/>
        </p:nvSpPr>
        <p:spPr>
          <a:xfrm>
            <a:off x="3235670" y="3999484"/>
            <a:ext cx="755395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/>
              <a:t>conf</a:t>
            </a:r>
            <a:endParaRPr lang="es-MX" sz="14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925D22E-A454-645D-3D55-99FABCEB1647}"/>
              </a:ext>
            </a:extLst>
          </p:cNvPr>
          <p:cNvSpPr/>
          <p:nvPr/>
        </p:nvSpPr>
        <p:spPr>
          <a:xfrm>
            <a:off x="4984393" y="3999484"/>
            <a:ext cx="755395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logs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49F9AFB-95AA-E1A7-2CFF-24C0A060E012}"/>
              </a:ext>
            </a:extLst>
          </p:cNvPr>
          <p:cNvSpPr/>
          <p:nvPr/>
        </p:nvSpPr>
        <p:spPr>
          <a:xfrm>
            <a:off x="4049223" y="3999484"/>
            <a:ext cx="877012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status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93317EF-FEFE-2045-D3E4-D3FA73EE32F1}"/>
              </a:ext>
            </a:extLst>
          </p:cNvPr>
          <p:cNvSpPr/>
          <p:nvPr/>
        </p:nvSpPr>
        <p:spPr>
          <a:xfrm>
            <a:off x="5940232" y="3999484"/>
            <a:ext cx="626597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State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3C7FED2-C6F5-140E-D8B8-3DE1E6612525}"/>
              </a:ext>
            </a:extLst>
          </p:cNvPr>
          <p:cNvSpPr/>
          <p:nvPr/>
        </p:nvSpPr>
        <p:spPr>
          <a:xfrm>
            <a:off x="6625874" y="3999484"/>
            <a:ext cx="652858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Rules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A233C57-F60F-42EF-04E4-C173A09AF476}"/>
              </a:ext>
            </a:extLst>
          </p:cNvPr>
          <p:cNvSpPr/>
          <p:nvPr/>
        </p:nvSpPr>
        <p:spPr>
          <a:xfrm>
            <a:off x="1441873" y="2689352"/>
            <a:ext cx="2841507" cy="7609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MX" dirty="0"/>
              <a:t>Web </a:t>
            </a:r>
            <a:r>
              <a:rPr lang="es-MX" dirty="0" err="1"/>
              <a:t>Service</a:t>
            </a:r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0F97CFB-87E1-5EAA-F99D-2AF6CB3D8551}"/>
              </a:ext>
            </a:extLst>
          </p:cNvPr>
          <p:cNvSpPr/>
          <p:nvPr/>
        </p:nvSpPr>
        <p:spPr>
          <a:xfrm>
            <a:off x="1529252" y="3138424"/>
            <a:ext cx="626882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/>
              <a:t>Auth</a:t>
            </a:r>
            <a:endParaRPr lang="es-MX" sz="14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1F6F28D-1932-6634-698F-B95BB228E616}"/>
              </a:ext>
            </a:extLst>
          </p:cNvPr>
          <p:cNvSpPr/>
          <p:nvPr/>
        </p:nvSpPr>
        <p:spPr>
          <a:xfrm>
            <a:off x="2243513" y="3138424"/>
            <a:ext cx="976374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/>
              <a:t>Endpoints</a:t>
            </a:r>
            <a:endParaRPr lang="es-MX" sz="14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FF08188-9A50-4A23-E087-3F48D051331F}"/>
              </a:ext>
            </a:extLst>
          </p:cNvPr>
          <p:cNvSpPr/>
          <p:nvPr/>
        </p:nvSpPr>
        <p:spPr>
          <a:xfrm>
            <a:off x="3307266" y="3138424"/>
            <a:ext cx="871713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Remote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5977758-DD74-7B22-DF3A-04289D355B68}"/>
              </a:ext>
            </a:extLst>
          </p:cNvPr>
          <p:cNvSpPr/>
          <p:nvPr/>
        </p:nvSpPr>
        <p:spPr>
          <a:xfrm>
            <a:off x="4366270" y="2689352"/>
            <a:ext cx="2841507" cy="7609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MX" dirty="0" err="1"/>
              <a:t>Communications</a:t>
            </a:r>
            <a:endParaRPr lang="es-MX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6CE76A8-12E4-0C63-F1B6-F8C6038C5004}"/>
              </a:ext>
            </a:extLst>
          </p:cNvPr>
          <p:cNvSpPr/>
          <p:nvPr/>
        </p:nvSpPr>
        <p:spPr>
          <a:xfrm>
            <a:off x="4427078" y="3145282"/>
            <a:ext cx="886171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/>
              <a:t>telegram</a:t>
            </a:r>
            <a:endParaRPr lang="es-MX" sz="140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217A397-5F36-1DF2-E8BA-A8647C4903BB}"/>
              </a:ext>
            </a:extLst>
          </p:cNvPr>
          <p:cNvSpPr/>
          <p:nvPr/>
        </p:nvSpPr>
        <p:spPr>
          <a:xfrm>
            <a:off x="5432460" y="3138424"/>
            <a:ext cx="755395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email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E4823E4-0165-1B2A-D486-74299ED2489A}"/>
              </a:ext>
            </a:extLst>
          </p:cNvPr>
          <p:cNvSpPr/>
          <p:nvPr/>
        </p:nvSpPr>
        <p:spPr>
          <a:xfrm>
            <a:off x="6335693" y="3145282"/>
            <a:ext cx="755395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/>
              <a:t>push</a:t>
            </a:r>
            <a:endParaRPr lang="es-MX" sz="14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D06BE84-5D5B-7B3B-143D-FA3C2435433D}"/>
              </a:ext>
            </a:extLst>
          </p:cNvPr>
          <p:cNvSpPr/>
          <p:nvPr/>
        </p:nvSpPr>
        <p:spPr>
          <a:xfrm>
            <a:off x="2432768" y="3999484"/>
            <a:ext cx="755395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/>
              <a:t>users</a:t>
            </a:r>
            <a:endParaRPr lang="es-MX" sz="1400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255D2D7-832D-E363-2454-3470A2FD0610}"/>
              </a:ext>
            </a:extLst>
          </p:cNvPr>
          <p:cNvSpPr/>
          <p:nvPr/>
        </p:nvSpPr>
        <p:spPr>
          <a:xfrm>
            <a:off x="7865935" y="3999484"/>
            <a:ext cx="706382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/>
              <a:t>bkup</a:t>
            </a:r>
            <a:endParaRPr lang="es-MX" sz="140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86C1A62-DCC3-541A-48BE-06B8583FA7EB}"/>
              </a:ext>
            </a:extLst>
          </p:cNvPr>
          <p:cNvSpPr/>
          <p:nvPr/>
        </p:nvSpPr>
        <p:spPr>
          <a:xfrm>
            <a:off x="7268585" y="2689352"/>
            <a:ext cx="3440733" cy="7609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MX" dirty="0"/>
              <a:t>GUI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40BB758-CD64-490F-59B3-8F77C9A7424E}"/>
              </a:ext>
            </a:extLst>
          </p:cNvPr>
          <p:cNvSpPr/>
          <p:nvPr/>
        </p:nvSpPr>
        <p:spPr>
          <a:xfrm>
            <a:off x="7337777" y="3149600"/>
            <a:ext cx="1118258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/>
              <a:t>dashboard</a:t>
            </a:r>
            <a:endParaRPr lang="es-MX" sz="14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B16E4F2-F9D4-80C3-A5A6-FBEDFD727666}"/>
              </a:ext>
            </a:extLst>
          </p:cNvPr>
          <p:cNvSpPr/>
          <p:nvPr/>
        </p:nvSpPr>
        <p:spPr>
          <a:xfrm>
            <a:off x="8552819" y="3149600"/>
            <a:ext cx="755395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control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A4ABA90-8392-4D95-1387-85FBFE7D9152}"/>
              </a:ext>
            </a:extLst>
          </p:cNvPr>
          <p:cNvSpPr/>
          <p:nvPr/>
        </p:nvSpPr>
        <p:spPr>
          <a:xfrm>
            <a:off x="8631362" y="3999484"/>
            <a:ext cx="790188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monitor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9A342AF-1EB8-F340-FDCA-541B1F699042}"/>
              </a:ext>
            </a:extLst>
          </p:cNvPr>
          <p:cNvSpPr/>
          <p:nvPr/>
        </p:nvSpPr>
        <p:spPr>
          <a:xfrm>
            <a:off x="1529252" y="4493768"/>
            <a:ext cx="3095245" cy="7609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MX" dirty="0"/>
              <a:t>IO Manager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FB29B11-6F32-6B41-06F9-BE4F23D3E06A}"/>
              </a:ext>
            </a:extLst>
          </p:cNvPr>
          <p:cNvSpPr/>
          <p:nvPr/>
        </p:nvSpPr>
        <p:spPr>
          <a:xfrm>
            <a:off x="1648434" y="4927092"/>
            <a:ext cx="595079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GPIO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45EDCFF-A6F0-7224-7976-53E6AEC657EB}"/>
              </a:ext>
            </a:extLst>
          </p:cNvPr>
          <p:cNvSpPr/>
          <p:nvPr/>
        </p:nvSpPr>
        <p:spPr>
          <a:xfrm>
            <a:off x="2317509" y="4927092"/>
            <a:ext cx="595079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State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0E55054-13C4-B3F8-BCD4-9E0AAC3F8C27}"/>
              </a:ext>
            </a:extLst>
          </p:cNvPr>
          <p:cNvSpPr/>
          <p:nvPr/>
        </p:nvSpPr>
        <p:spPr>
          <a:xfrm>
            <a:off x="3009726" y="4927092"/>
            <a:ext cx="595079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/>
              <a:t>Send</a:t>
            </a:r>
            <a:endParaRPr lang="es-MX" sz="1400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55410FD-97D7-D09A-80C0-3D1052E2FFA9}"/>
              </a:ext>
            </a:extLst>
          </p:cNvPr>
          <p:cNvSpPr/>
          <p:nvPr/>
        </p:nvSpPr>
        <p:spPr>
          <a:xfrm>
            <a:off x="3693199" y="4927092"/>
            <a:ext cx="821258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/>
              <a:t>Receive</a:t>
            </a:r>
            <a:endParaRPr lang="es-MX" sz="14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6B7E497F-C09B-E0F4-5D24-0BF11AB3B613}"/>
              </a:ext>
            </a:extLst>
          </p:cNvPr>
          <p:cNvSpPr/>
          <p:nvPr/>
        </p:nvSpPr>
        <p:spPr>
          <a:xfrm>
            <a:off x="9480593" y="3999484"/>
            <a:ext cx="706382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Auto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6C344FFC-F9D4-71F3-6F25-478C7253760E}"/>
              </a:ext>
            </a:extLst>
          </p:cNvPr>
          <p:cNvSpPr/>
          <p:nvPr/>
        </p:nvSpPr>
        <p:spPr>
          <a:xfrm>
            <a:off x="4824850" y="4493768"/>
            <a:ext cx="4174540" cy="7609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MX" dirty="0"/>
              <a:t>Security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CCFFCF53-6D1C-D826-5071-0DE2AA56DD85}"/>
              </a:ext>
            </a:extLst>
          </p:cNvPr>
          <p:cNvSpPr/>
          <p:nvPr/>
        </p:nvSpPr>
        <p:spPr>
          <a:xfrm>
            <a:off x="4933062" y="4927092"/>
            <a:ext cx="626597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MFA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9CC22817-F298-AA84-245F-9475D2B73C92}"/>
              </a:ext>
            </a:extLst>
          </p:cNvPr>
          <p:cNvSpPr/>
          <p:nvPr/>
        </p:nvSpPr>
        <p:spPr>
          <a:xfrm>
            <a:off x="5661922" y="4927092"/>
            <a:ext cx="626597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FW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BB101AC0-E573-9C66-CB7E-D363B698AE7F}"/>
              </a:ext>
            </a:extLst>
          </p:cNvPr>
          <p:cNvSpPr/>
          <p:nvPr/>
        </p:nvSpPr>
        <p:spPr>
          <a:xfrm>
            <a:off x="6369701" y="4921504"/>
            <a:ext cx="626597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Audit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D0FA885-2950-04EE-6783-82486A7A2F3D}"/>
              </a:ext>
            </a:extLst>
          </p:cNvPr>
          <p:cNvSpPr/>
          <p:nvPr/>
        </p:nvSpPr>
        <p:spPr>
          <a:xfrm>
            <a:off x="7098561" y="4921504"/>
            <a:ext cx="767374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/>
              <a:t>Cypher</a:t>
            </a:r>
            <a:endParaRPr lang="es-MX" sz="1400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7454BB7C-D43F-7498-4994-15B94306083D}"/>
              </a:ext>
            </a:extLst>
          </p:cNvPr>
          <p:cNvSpPr/>
          <p:nvPr/>
        </p:nvSpPr>
        <p:spPr>
          <a:xfrm>
            <a:off x="7968198" y="4921504"/>
            <a:ext cx="939752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API </a:t>
            </a:r>
            <a:r>
              <a:rPr lang="es-MX" sz="1400" dirty="0" err="1"/>
              <a:t>Limit</a:t>
            </a:r>
            <a:endParaRPr lang="es-MX" sz="1400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52AD25AE-7EDC-79B5-A53E-B2C9C696349E}"/>
              </a:ext>
            </a:extLst>
          </p:cNvPr>
          <p:cNvSpPr/>
          <p:nvPr/>
        </p:nvSpPr>
        <p:spPr>
          <a:xfrm>
            <a:off x="9401190" y="3149600"/>
            <a:ext cx="1205472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/>
              <a:t>Notifications</a:t>
            </a:r>
            <a:endParaRPr lang="es-MX" sz="1400" dirty="0"/>
          </a:p>
        </p:txBody>
      </p:sp>
      <p:sp>
        <p:nvSpPr>
          <p:cNvPr id="45" name="Título 1">
            <a:extLst>
              <a:ext uri="{FF2B5EF4-FFF2-40B4-BE49-F238E27FC236}">
                <a16:creationId xmlns:a16="http://schemas.microsoft.com/office/drawing/2014/main" id="{3B9C0BFF-D9A0-0160-E28C-05C89CDBC76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err="1"/>
              <a:t>Architecture</a:t>
            </a:r>
            <a:endParaRPr lang="es-MX" dirty="0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2FA00B99-0E58-9D9C-D509-0604A8D43901}"/>
              </a:ext>
            </a:extLst>
          </p:cNvPr>
          <p:cNvSpPr/>
          <p:nvPr/>
        </p:nvSpPr>
        <p:spPr>
          <a:xfrm>
            <a:off x="9116149" y="4493768"/>
            <a:ext cx="1516683" cy="7609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s-MX" dirty="0"/>
              <a:t>OTA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36E46A5D-1F7B-BB69-123A-16C0C67B26AF}"/>
              </a:ext>
            </a:extLst>
          </p:cNvPr>
          <p:cNvSpPr/>
          <p:nvPr/>
        </p:nvSpPr>
        <p:spPr>
          <a:xfrm>
            <a:off x="9415073" y="4934711"/>
            <a:ext cx="939752" cy="2407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/>
              <a:t>Updates</a:t>
            </a: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536302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74F91-C133-8E0D-BF36-A28500C0A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Log files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3C38DD-6F7C-A859-FAEF-B70BC5CCA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gui.log</a:t>
            </a:r>
          </a:p>
          <a:p>
            <a:r>
              <a:rPr lang="es-MX" dirty="0"/>
              <a:t>core.log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18889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1355</TotalTime>
  <Words>50</Words>
  <Application>Microsoft Office PowerPoint</Application>
  <PresentationFormat>Panorámica</PresentationFormat>
  <Paragraphs>41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2013 - Tema de 2022</vt:lpstr>
      <vt:lpstr>Presentación de PowerPoint</vt:lpstr>
      <vt:lpstr>Log files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Arnulfo Gonzalez Muñiz</dc:creator>
  <cp:lastModifiedBy>Diego Arnulfo Gonzalez Muñiz</cp:lastModifiedBy>
  <cp:revision>2</cp:revision>
  <dcterms:created xsi:type="dcterms:W3CDTF">2026-01-10T04:42:41Z</dcterms:created>
  <dcterms:modified xsi:type="dcterms:W3CDTF">2026-01-11T03:18:01Z</dcterms:modified>
</cp:coreProperties>
</file>